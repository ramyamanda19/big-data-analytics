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Coffee Shop Sales Data Analysis Using PySpark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The dataset captures coffee shop sales transactions across multiple store locations.</a:t>
            </a:r>
          </a:p>
          <a:p>
            <a:r>
              <a:rPr sz="2800" dirty="0"/>
              <a:t>It contains 11 columns: </a:t>
            </a:r>
            <a:r>
              <a:rPr sz="2800" dirty="0" err="1"/>
              <a:t>transaction_id</a:t>
            </a:r>
            <a:r>
              <a:rPr sz="2800" dirty="0"/>
              <a:t>, </a:t>
            </a:r>
            <a:r>
              <a:rPr sz="2800" dirty="0" err="1"/>
              <a:t>transaction_date</a:t>
            </a:r>
            <a:r>
              <a:rPr sz="2800" dirty="0"/>
              <a:t>, </a:t>
            </a:r>
            <a:r>
              <a:rPr sz="2800" dirty="0" err="1"/>
              <a:t>transaction_time</a:t>
            </a:r>
            <a:r>
              <a:rPr sz="2800" dirty="0"/>
              <a:t>, </a:t>
            </a:r>
            <a:r>
              <a:rPr sz="2800" dirty="0" err="1"/>
              <a:t>transaction_qty</a:t>
            </a:r>
            <a:r>
              <a:rPr sz="2800" dirty="0"/>
              <a:t>, </a:t>
            </a:r>
            <a:r>
              <a:rPr sz="2800" dirty="0" err="1"/>
              <a:t>store_id</a:t>
            </a:r>
            <a:r>
              <a:rPr sz="2800" dirty="0"/>
              <a:t>, </a:t>
            </a:r>
            <a:r>
              <a:rPr sz="2800" dirty="0" err="1"/>
              <a:t>store_location</a:t>
            </a:r>
            <a:r>
              <a:rPr sz="2800" dirty="0"/>
              <a:t>, </a:t>
            </a:r>
            <a:r>
              <a:rPr sz="2800" dirty="0" err="1"/>
              <a:t>product_id</a:t>
            </a:r>
            <a:r>
              <a:rPr sz="2800" dirty="0"/>
              <a:t>, </a:t>
            </a:r>
            <a:r>
              <a:rPr sz="2800" dirty="0" err="1"/>
              <a:t>unit_price</a:t>
            </a:r>
            <a:r>
              <a:rPr sz="2800" dirty="0"/>
              <a:t>, </a:t>
            </a:r>
            <a:r>
              <a:rPr sz="2800" dirty="0" err="1"/>
              <a:t>product_category</a:t>
            </a:r>
            <a:r>
              <a:rPr sz="2800" dirty="0"/>
              <a:t>, </a:t>
            </a:r>
            <a:r>
              <a:rPr sz="2800" dirty="0" err="1"/>
              <a:t>product_type</a:t>
            </a:r>
            <a:r>
              <a:rPr sz="2800" dirty="0"/>
              <a:t>, and </a:t>
            </a:r>
            <a:r>
              <a:rPr sz="2800" dirty="0" err="1"/>
              <a:t>product_detail</a:t>
            </a:r>
            <a:r>
              <a:rPr sz="2800" dirty="0"/>
              <a:t>.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Structure and Uniqueness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 Thousands of unique transactions captured across multiple stores.</a:t>
            </a:r>
          </a:p>
          <a:p>
            <a:r>
              <a:rPr sz="2800" dirty="0"/>
              <a:t> Each transaction uniquely identified by </a:t>
            </a:r>
            <a:r>
              <a:rPr sz="2800" dirty="0" err="1"/>
              <a:t>transaction_id</a:t>
            </a:r>
            <a:r>
              <a:rPr sz="2800" dirty="0"/>
              <a:t>.</a:t>
            </a:r>
          </a:p>
          <a:p>
            <a:r>
              <a:rPr sz="2800" dirty="0"/>
              <a:t> Store-level details (</a:t>
            </a:r>
            <a:r>
              <a:rPr sz="2800" dirty="0" err="1"/>
              <a:t>store_id</a:t>
            </a:r>
            <a:r>
              <a:rPr sz="2800" dirty="0"/>
              <a:t>, </a:t>
            </a:r>
            <a:r>
              <a:rPr sz="2800" dirty="0" err="1"/>
              <a:t>store_location</a:t>
            </a:r>
            <a:r>
              <a:rPr sz="2800" dirty="0"/>
              <a:t>) and product-level details (</a:t>
            </a:r>
            <a:r>
              <a:rPr sz="2800" dirty="0" err="1"/>
              <a:t>product_id</a:t>
            </a:r>
            <a:r>
              <a:rPr sz="2800" dirty="0"/>
              <a:t>, </a:t>
            </a:r>
            <a:r>
              <a:rPr sz="2800" dirty="0" err="1"/>
              <a:t>product_category</a:t>
            </a:r>
            <a:r>
              <a:rPr sz="2800"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Product Category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 Coffee dominates sales, followed by Tea and Drinking Chocolate.</a:t>
            </a:r>
          </a:p>
          <a:p>
            <a:pPr algn="just"/>
            <a:r>
              <a:rPr sz="2800" dirty="0"/>
              <a:t> Reflects customer preference for coffee-based beverages.</a:t>
            </a:r>
          </a:p>
          <a:p>
            <a:pPr algn="just"/>
            <a:r>
              <a:rPr sz="2800" dirty="0"/>
              <a:t> Categories such as bakery and snacks contribute smaller yet consistent sales.</a:t>
            </a:r>
          </a:p>
          <a:p>
            <a:pPr algn="just"/>
            <a:r>
              <a:rPr sz="2800" dirty="0"/>
              <a:t>Balanced product mix supports both high-margin and volume-based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Store-wise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 Stores located in areas like Lower Manhattan, Astoria, and Hell’s Kitchen.</a:t>
            </a:r>
          </a:p>
          <a:p>
            <a:pPr algn="just"/>
            <a:r>
              <a:rPr sz="2800" dirty="0"/>
              <a:t>Lower Manhattan records the highest sales volume.</a:t>
            </a:r>
          </a:p>
          <a:p>
            <a:pPr algn="just"/>
            <a:r>
              <a:rPr sz="2800" dirty="0"/>
              <a:t> Indicates strong business presence in urban centers.</a:t>
            </a:r>
          </a:p>
          <a:p>
            <a:pPr algn="just"/>
            <a:r>
              <a:rPr sz="2800" dirty="0"/>
              <a:t> Store-level analysis useful for performance benchmarking and regional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Revenue and Pricing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 Average unit price: $3–$4 across most items.</a:t>
            </a:r>
          </a:p>
          <a:p>
            <a:pPr algn="just"/>
            <a:r>
              <a:rPr sz="2800" dirty="0"/>
              <a:t> Transaction quantities usually between 1–3 items.</a:t>
            </a:r>
          </a:p>
          <a:p>
            <a:pPr algn="just"/>
            <a:r>
              <a:rPr sz="2800" dirty="0"/>
              <a:t> Revenue distribution shows consistent customer purchases.</a:t>
            </a:r>
          </a:p>
          <a:p>
            <a:pPr algn="just"/>
            <a:r>
              <a:rPr sz="2800" dirty="0"/>
              <a:t> Premium drinks (espresso, dark chocolate) contribute higher per-transaction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Temporal and Time-Based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 Morning hours (7 AM – 11 AM) show maximum transactions.</a:t>
            </a:r>
          </a:p>
          <a:p>
            <a:pPr algn="just"/>
            <a:r>
              <a:rPr sz="2800" dirty="0"/>
              <a:t> Moderate sales continue in the evening period.</a:t>
            </a:r>
          </a:p>
          <a:p>
            <a:pPr algn="just"/>
            <a:r>
              <a:rPr sz="2800" dirty="0"/>
              <a:t> Consistent daily sales indicate loyal customer base.</a:t>
            </a:r>
          </a:p>
          <a:p>
            <a:pPr algn="just"/>
            <a:r>
              <a:rPr sz="2800" dirty="0"/>
              <a:t> Analysis supports demand forecasting and inventory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 Unit Price vs Quantity: Inverse relation — lower prices drive higher sales.</a:t>
            </a:r>
          </a:p>
          <a:p>
            <a:pPr algn="just"/>
            <a:r>
              <a:rPr sz="2800" dirty="0"/>
              <a:t> Hour vs Revenue: Strong correlation with morning and lunch timings.</a:t>
            </a:r>
          </a:p>
          <a:p>
            <a:pPr algn="just"/>
            <a:r>
              <a:rPr sz="2800" dirty="0"/>
              <a:t> Store vs Revenue: Certain stores outperform others due to location advantage.</a:t>
            </a:r>
          </a:p>
          <a:p>
            <a:pPr algn="just"/>
            <a:r>
              <a:rPr sz="2800" dirty="0"/>
              <a:t> Product Category vs Revenue: Coffee remains the top contributor.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 Coffee and Tea categories dominate total transactions.</a:t>
            </a:r>
          </a:p>
          <a:p>
            <a:pPr algn="just"/>
            <a:r>
              <a:rPr sz="2800" dirty="0"/>
              <a:t> Sales patterns consistent across weekdays and weekends.</a:t>
            </a:r>
          </a:p>
          <a:p>
            <a:pPr algn="just"/>
            <a:r>
              <a:rPr sz="2800" dirty="0"/>
              <a:t> Store performance variation highlights potential optimization areas.</a:t>
            </a:r>
          </a:p>
          <a:p>
            <a:pPr algn="just"/>
            <a:r>
              <a:rPr sz="2800" dirty="0"/>
              <a:t> Dataset suitable for predictive analytics, time series forecasting, and revenue modeling.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The Coffee Shop Sales dataset provides a comprehensive view of operations across products, locations, and time. It enables insights into:</a:t>
            </a:r>
          </a:p>
          <a:p>
            <a:r>
              <a:rPr sz="2800" dirty="0"/>
              <a:t>- Top-selling products and categories</a:t>
            </a:r>
          </a:p>
          <a:p>
            <a:r>
              <a:rPr sz="2800" dirty="0"/>
              <a:t>- Store performance benchmarking</a:t>
            </a:r>
          </a:p>
          <a:p>
            <a:r>
              <a:rPr sz="2800" dirty="0"/>
              <a:t>- Pricing and revenue optimization</a:t>
            </a:r>
          </a:p>
          <a:p>
            <a:r>
              <a:rPr sz="2800" dirty="0"/>
              <a:t>- Customer behavior trends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456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Coffee Shop Sales Data Analysis Using PySpark</vt:lpstr>
      <vt:lpstr>Dataset Overview</vt:lpstr>
      <vt:lpstr>1. Structure and Uniqueness</vt:lpstr>
      <vt:lpstr>2. Product Category Distribution</vt:lpstr>
      <vt:lpstr>3. Store-wise Representation</vt:lpstr>
      <vt:lpstr>4. Revenue and Pricing Insights</vt:lpstr>
      <vt:lpstr>5. Temporal and Time-Based Trends</vt:lpstr>
      <vt:lpstr>6. Key Relationships</vt:lpstr>
      <vt:lpstr>Dataset Observation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ramya manda</dc:creator>
  <cp:keywords/>
  <dc:description>generated using python-pptx</dc:description>
  <cp:lastModifiedBy>ramya manda</cp:lastModifiedBy>
  <cp:revision>2</cp:revision>
  <dcterms:created xsi:type="dcterms:W3CDTF">2013-01-27T09:14:16Z</dcterms:created>
  <dcterms:modified xsi:type="dcterms:W3CDTF">2025-10-07T04:02:39Z</dcterms:modified>
  <cp:category/>
</cp:coreProperties>
</file>